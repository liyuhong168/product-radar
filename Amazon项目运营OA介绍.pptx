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457200"/>
            <a:ext cx="54864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7360" y="457200"/>
            <a:ext cx="54864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Amazon项目运营OA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22860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B0C0"/>
                </a:solidFill>
                <a:latin typeface="Calibri"/>
              </a:defRPr>
            </a:pPr>
            <a:r>
              <a:t>选品平台 · 跨境雷达 · 产品分析 — 三站合一统一门户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0"/>
                </a:solidFill>
                <a:latin typeface="Calibri"/>
              </a:defRPr>
            </a:pPr>
            <a:r>
              <a:t>Amazon UK FBA 电商运营数字化管理系统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0" y="914400"/>
            <a:ext cx="1645920" cy="1645920"/>
          </a:xfrm>
          <a:prstGeom prst="ellipse">
            <a:avLst/>
          </a:prstGeom>
          <a:solidFill>
            <a:srgbClr val="30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0" y="2286000"/>
            <a:ext cx="2286000" cy="2286000"/>
          </a:xfrm>
          <a:prstGeom prst="ellipse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3657600"/>
            <a:ext cx="1097280" cy="1097280"/>
          </a:xfrm>
          <a:prstGeom prst="ellipse">
            <a:avLst/>
          </a:prstGeom>
          <a:solidFill>
            <a:srgbClr val="5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团队内部使用 · 持续迭代中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📋 Amazon项目运营OA · 核心价值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三个独立运营工具整合为一个统一门户，覆盖选品→情报→分析全业务流程，每天自动采集推送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71E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核心业务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选品平台 · 跨境雷达 · 产品分析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291840" cy="16459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96D6"/>
                </a:solidFill>
                <a:latin typeface="Calibri"/>
              </a:defRPr>
            </a:pPr>
            <a:r>
              <a:t>75+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SKU覆盖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三店 322/007/027 全ASIN监控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291840" cy="16459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71E3"/>
                </a:solidFill>
                <a:latin typeface="Calibri"/>
              </a:defRPr>
            </a:pPr>
            <a:r>
              <a:t>24h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自动运行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每天 6 个任务链全自动采集推送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2651760" cy="22860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选品平台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66360"/>
            <a:ext cx="9144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AI趋势发现 + 26品类雷达扫描</a:t>
            </a:r>
            <a:br/>
            <a:r>
              <a:t>+ 节日选品 + 选品看板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114800"/>
            <a:ext cx="2651760" cy="22860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跨境雷达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5166360"/>
            <a:ext cx="9144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5303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24h跨境电商情报聚合</a:t>
            </a:r>
            <a:br/>
            <a:r>
              <a:t>20+信息源 → AI精选Top信号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2651760" cy="22860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产品分析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166360"/>
            <a:ext cx="9144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303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三店75+ASIN运营监控</a:t>
            </a:r>
            <a:br/>
            <a:r>
              <a:t>库存预警 + 补货方案 + 趋势分析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4114800"/>
            <a:ext cx="2651760" cy="22860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反馈学习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5166360"/>
            <a:ext cx="9144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5303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运营标记→规则自优化</a:t>
            </a:r>
            <a:br/>
            <a:r>
              <a:t>越用越准，无效推荐持续减少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📡 系统架构 · 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2011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定时触发</a:t>
            </a:r>
            <a:br/>
            <a:r>
              <a:t>08:40 / 09:10</a:t>
            </a:r>
            <a:br/>
            <a:r>
              <a:t>14:00 / 18:00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1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011680" cy="2011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多源采集</a:t>
            </a:r>
            <a:br/>
            <a:r>
              <a:t>Amazon/TikTok</a:t>
            </a:r>
            <a:br/>
            <a:r>
              <a:t>Google/Reddit</a:t>
            </a:r>
            <a:br/>
            <a:r>
              <a:t>20+行业源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1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011680" cy="2011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5544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AI处理</a:t>
            </a:r>
            <a:br/>
            <a:r>
              <a:t>趋势评分</a:t>
            </a:r>
            <a:br/>
            <a:r>
              <a:t>信号融合</a:t>
            </a:r>
            <a:br/>
            <a:r>
              <a:t>库存分析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1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011680" cy="2011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5544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HTML生成</a:t>
            </a:r>
            <a:br/>
            <a:r>
              <a:t>平台页面</a:t>
            </a:r>
            <a:br/>
            <a:r>
              <a:t>雷达展示</a:t>
            </a:r>
            <a:br/>
            <a:r>
              <a:t>分析看板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1E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371600"/>
            <a:ext cx="2011680" cy="2011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5544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部署推送</a:t>
            </a:r>
            <a:br/>
            <a:r>
              <a:t>GitHub Pages</a:t>
            </a:r>
            <a:br/>
            <a:r>
              <a:t>+ 飞书通知</a:t>
            </a:r>
            <a:br/>
            <a:r>
              <a:t>+ 微信推送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3474720" cy="256032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🎯 选品平台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Python多引擎扫描 + 信号融合</a:t>
            </a:r>
            <a:br/>
            <a:r>
              <a:t>每天自动产出候选产品</a:t>
            </a:r>
            <a:br/>
            <a:r>
              <a:t>推送到平台看板 + 飞书群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0480"/>
            <a:ext cx="3474720" cy="256032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📡 跨境雷达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52628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20+信息源聚合 → AI排序</a:t>
            </a:r>
            <a:br/>
            <a:r>
              <a:t>英国站FBA相关度加权</a:t>
            </a:r>
            <a:br/>
            <a:r>
              <a:t>每天早8:40自动推送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40480"/>
            <a:ext cx="3474720" cy="256032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产品分析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52628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754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B0C0"/>
                </a:solidFill>
                <a:latin typeface="Calibri"/>
              </a:defRPr>
            </a:pPr>
            <a:r>
              <a:t>领星ERP数据对接</a:t>
            </a:r>
            <a:br/>
            <a:r>
              <a:t>75+ASIN库存/断货分析</a:t>
            </a:r>
            <a:br/>
            <a:r>
              <a:t>每周自动更新补货方案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🎯 选品平台 — Product Radar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39496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趋势发现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每天 08:40 AI 自动分析全球趋势</a:t>
            </a:r>
            <a:br/>
            <a:r>
              <a:t>TikTok/Google/Reddit多源扫描</a:t>
            </a:r>
            <a:br/>
            <a:r>
              <a:t>趋势热度×竞争度×利润综合评分</a:t>
            </a:r>
            <a:br/>
            <a:r>
              <a:t>输出 Amazon+1688 快速调研链接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39496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雷达扫描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每天 09:10 + 14:00 两次扫描</a:t>
            </a:r>
            <a:br/>
            <a:r>
              <a:t>覆盖 Amazon UK 26 个品类</a:t>
            </a:r>
            <a:br/>
            <a:r>
              <a:t>自动过滤：£6-15 / ≤200g / ≥20%利润</a:t>
            </a:r>
            <a:br/>
            <a:r>
              <a:t>蓝海信号：评论≤200条 / 评分≥3.5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539496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节日选品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内置英国全年节日/事件日历</a:t>
            </a:r>
            <a:br/>
            <a:r>
              <a:t>自动计算三种物流选品截止日</a:t>
            </a:r>
            <a:br/>
            <a:r>
              <a:t>提前 47 天（卡航）锁定节日窗口</a:t>
            </a:r>
            <a:br/>
            <a:r>
              <a:t>推荐品类+关键词+备货方案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931920"/>
            <a:ext cx="539496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选品看板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57200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三列看板：收件箱→值得做→已验证</a:t>
            </a:r>
            <a:br/>
            <a:r>
              <a:t>支持标记状态：评估/找供应商/采样/上架</a:t>
            </a:r>
            <a:br/>
            <a:r>
              <a:t>一键搜索 1688 同款比价</a:t>
            </a:r>
            <a:br/>
            <a:r>
              <a:t>导出CSV，每天选品日报推送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📡 跨境雷达 — kj-news-radar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0C0"/>
                </a:solidFill>
                <a:latin typeface="Calibri"/>
              </a:defRPr>
            </a:pPr>
            <a:r>
              <a:t>每天从 20+ 跨境电商信息源自动采集 → AI 筛选 → 按英国站 FBA 相关度加权评分 → 推送 Top 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📡 信息源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AMZ123 — Amazon政策更新、行业快讯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亿恩网 — 跨境行业深度分析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雨果跨境 — 平台动态、市场数据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Marketplace Pulse — 全球电商研究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Amazon卖家博客 — 官方政策、功能更新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知无不言 / AMZDH — 卖家社区讨论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EU官方 — GPSR/PPWR合规政策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TikTok Shop — 平台功能更新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🏆 功能亮点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🔥 每日行动清单 — 今天必须处理的政策/运营事项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🏆 跨境精选 — AI从100+信号选出Top 8，按评分排序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📊 跨境信号流 — 按平台分组，一目了然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📅 政策日历 — GPSR/PPWR/关税等重要日期+倒计时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🎯 英国站加权 — Amazon UK相关信号评分+0.12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🔔 飞书自动推送 — 每天08:40到工作助理群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B0C0"/>
                </a:solidFill>
                <a:latin typeface="Calibri"/>
              </a:defRPr>
            </a:pPr>
            <a:r>
              <a:t>📈 评分模型 — 243条信号/天 → AI精选Top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2468880" cy="109728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1E3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信息源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5303520"/>
            <a:ext cx="2468880" cy="109728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1E3"/>
                </a:solidFill>
                <a:latin typeface="Calibri"/>
              </a:defRPr>
            </a:pPr>
            <a:r>
              <a:t>243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日采集信号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03520"/>
            <a:ext cx="2468880" cy="109728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1E3"/>
                </a:solidFill>
                <a:latin typeface="Calibri"/>
              </a:defRPr>
            </a:pPr>
            <a:r>
              <a:t>Top8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每日精选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5303520"/>
            <a:ext cx="2468880" cy="109728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1E3"/>
                </a:solidFill>
                <a:latin typeface="Calibri"/>
              </a:defRPr>
            </a:pPr>
            <a:r>
              <a:t>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跨源验证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📊 产品分析 — Product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0C0"/>
                </a:solidFill>
                <a:latin typeface="Calibri"/>
              </a:defRPr>
            </a:pPr>
            <a:r>
              <a:t>三店 75+ SKU 每周自动更新，整合领星ERP数据 → 趋势判断 → 库存监控 → 补货决策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27432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🏪 322店 — 成熟老店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097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月销最高516件/ASIN</a:t>
            </a:r>
            <a:br/>
            <a:r>
              <a:t>7天内断货2个 · 已断货1个</a:t>
            </a:r>
            <a:br/>
            <a:r>
              <a:t>🔴 乳胶假发套 库存24件</a:t>
            </a:r>
            <a:br/>
            <a:r>
              <a:t>🔴 水龙头配件 库存2件</a:t>
            </a:r>
            <a:br/>
            <a:r>
              <a:t>📈 热销品: 垂直帘配件/吹龙口哨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27432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🏪 007店 — 增长测品期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331720"/>
            <a:ext cx="109728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月销最高203件/ASIN</a:t>
            </a:r>
            <a:br/>
            <a:r>
              <a:t>7天内断货1个 · 已断货1个</a:t>
            </a:r>
            <a:br/>
            <a:r>
              <a:t>🔴 懒人拉链领带 库存4件</a:t>
            </a:r>
            <a:br/>
            <a:r>
              <a:t>📈 趋势品: 纯色折扇/冷感毛巾</a:t>
            </a:r>
            <a:br/>
            <a:r>
              <a:t>✅ 测品阶段，库存压力较小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66160" cy="27432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🏪 027店 — 新品启动期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331720"/>
            <a:ext cx="1097280" cy="38100"/>
          </a:xfrm>
          <a:prstGeom prst="rect">
            <a:avLst/>
          </a:prstGeom>
          <a:solidFill>
            <a:srgbClr val="FF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全店无评分，BSR未进排名</a:t>
            </a:r>
            <a:br/>
            <a:r>
              <a:t>月销最高40件/ASIN</a:t>
            </a:r>
            <a:br/>
            <a:r>
              <a:t>🟡 足球皇冠奖杯 14天内断货</a:t>
            </a:r>
            <a:br/>
            <a:r>
              <a:t>🔬 嘉荣负责，Lee带教</a:t>
            </a:r>
            <a:br/>
            <a:r>
              <a:t>📋 每日复盘跟进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2651760" cy="13716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📈 趋势分析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Google趋势 + 社交热度</a:t>
            </a:r>
            <a:br/>
            <a:r>
              <a:t>季节性事件 + 竞品动态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5029200"/>
            <a:ext cx="2651760" cy="13716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🔴 断货预警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486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7天/14天/30天三级预警</a:t>
            </a:r>
            <a:br/>
            <a:r>
              <a:t>颜色标记一目了然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029200"/>
            <a:ext cx="2651760" cy="13716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📦 补货方案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86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空运应急/卡航常规/海运大批</a:t>
            </a:r>
            <a:br/>
            <a:r>
              <a:t>三档方案带具体截止日期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5029200"/>
            <a:ext cx="2651760" cy="1371600"/>
          </a:xfrm>
          <a:prstGeom prst="roundRect">
            <a:avLst/>
          </a:prstGeom>
          <a:solidFill>
            <a:srgbClr val="2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5120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📝 Listing优化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54864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每个Listing具体改进方向</a:t>
            </a:r>
            <a:br/>
            <a:r>
              <a:t>按优先级排序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⏰ 自动化推送 · 每日日程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8872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08:40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463040"/>
            <a:ext cx="27432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🔍 趋势发现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AI分析TikTok/Google/Reddit趋势</a:t>
            </a:r>
            <a:br/>
            <a:r>
              <a:t>产出新品关键词 → 工作助理群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88720" cy="6400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09:10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331720"/>
            <a:ext cx="27432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📡 雷达扫描（上午）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26 Amazon UK 品类自动扫描</a:t>
            </a:r>
            <a:br/>
            <a:r>
              <a:t>过滤→评分→新品标记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18872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09:20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3200400"/>
            <a:ext cx="27432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🎯 季节性备货提醒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周一/四检查节日窗口</a:t>
            </a:r>
            <a:br/>
            <a:r>
              <a:t>推送备货截止倒计时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59"/>
            <a:ext cx="1188720" cy="6400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8619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4069079"/>
            <a:ext cx="27432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3794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📡 雷达扫描（下午）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1147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第二轮品类扫描更新</a:t>
            </a:r>
            <a:br/>
            <a:r>
              <a:t>发现与上午重复的新品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118872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18:00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4937760"/>
            <a:ext cx="274320" cy="25400"/>
          </a:xfrm>
          <a:prstGeom prst="rect">
            <a:avLst/>
          </a:prstGeom>
          <a:solidFill>
            <a:srgbClr val="A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📋 选品日报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983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当日选品汇总+新品统计</a:t>
            </a:r>
            <a:br/>
            <a:r>
              <a:t>多维表格状态同步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所有推送自动发送到「工作助理群」和「个人助理群」，团队无需手动操作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🏆 为什么用这个方案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全自动 · 零人工干预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从扫描→AI处理→生成→推送到部署，</a:t>
            </a:r>
            <a:br/>
            <a:r>
              <a:t>全链路自动化运行，每天只需看结果做决策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47472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三站合一 · 统一门户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331720"/>
            <a:ext cx="109728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选品平台 / 跨境雷达 / 产品分析</a:t>
            </a:r>
            <a:br/>
            <a:r>
              <a:t>三个工具整合为一个OA系统，不用多开标签页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自迭代 · 越用越准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33172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反馈学习系统自动分析被拒产品，</a:t>
            </a:r>
            <a:br/>
            <a:r>
              <a:t>持续优化过滤规则，无效推荐越来越少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数据可追溯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83480"/>
            <a:ext cx="109728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每天数据存档，历史趋势可回溯，</a:t>
            </a:r>
            <a:br/>
            <a:r>
              <a:t>选品决策有据可依，运营改进有数据支撑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931920"/>
            <a:ext cx="347472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多渠道推送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4983480"/>
            <a:ext cx="109728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飞书群 + 微信，团队成员不用主动翻看，</a:t>
            </a:r>
            <a:br/>
            <a:r>
              <a:t>系统主动投递到对应的群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931920"/>
            <a:ext cx="3474720" cy="22860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移动端可用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983480"/>
            <a:ext cx="109728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0"/>
                </a:solidFill>
                <a:latin typeface="Calibri"/>
              </a:defRPr>
            </a:pPr>
            <a:r>
              <a:t>GitHub Pages 响应式设计，手机/平板/电脑</a:t>
            </a:r>
            <a:br/>
            <a:r>
              <a:t>随时随地查看最新选品和库存状态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Amazon项目运营OA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286000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B0C0"/>
                </a:solidFill>
                <a:latin typeface="Calibri"/>
              </a:defRPr>
            </a:pPr>
            <a:r>
              <a:t>团队内部使用 · 持续迭代中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0C0"/>
                </a:solidFill>
                <a:latin typeface="Calibri"/>
              </a:defRPr>
            </a:pPr>
            <a:r>
              <a:t>选品平台 · 跨境雷达 · 产品分析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